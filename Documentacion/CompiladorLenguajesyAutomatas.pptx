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59" r:id="rId6"/>
    <p:sldId id="263" r:id="rId7"/>
    <p:sldId id="266" r:id="rId8"/>
    <p:sldId id="267" r:id="rId9"/>
    <p:sldId id="270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697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2A54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418320" y="54864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 ·  LENGUAJES Y AUTÓMATAS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Compilador para un lenguaje de comunicación personal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206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un lenguaje formal personalizado para asistir la comunicación de personas con discapacidad comunicativa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5394960"/>
            <a:ext cx="1097280" cy="36576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Nicolás, Ricardo,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Rasshid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Lenguajes y Autómatas  ·  Abril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INTRODUCCIÓN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que da origen al proyecto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personas que, por condiciones físicas o cognitivas, no pueden comunicarse mediante el lenguaje hablado convencional. En su lugar, desarrollan formas propias de expresión: combinaciones particulares de sonidos, gestos y expresiones que sólo quienes conviven con ellas logran interpretar.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lenguaje personal es completamente válido — tiene patrones, repeticiones y reglas — pero no está formalizado. Cada vez que un familiar o cuidador nuevo se acerca, debe empezar de cero a aprenderlo.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plantea que ese lenguaje puede ser tratado como cualquier otro lenguaje formal: con un alfabeto, una gramática y un compilador que lo interprete.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0" y="1554480"/>
            <a:ext cx="4572000" cy="43891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0" y="1554480"/>
            <a:ext cx="109728" cy="4389120"/>
          </a:xfrm>
          <a:prstGeom prst="rect">
            <a:avLst/>
          </a:prstGeom>
          <a:solidFill>
            <a:srgbClr val="F2A54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288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06640" y="28803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compilador puede tratar cualquier lenguaje, no sólo los textuales.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06640" y="42976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definimos formalmente los sonidos y gestos de una persona, podemos construir un compilador que traduzca su comunicación a frases en español comprensibles para cualquiera.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 ·  Proyecto Final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JUSTIFICACIÓN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este proyecto?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compilador completo, con propósito real.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las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análisis léxico, sintáctico, semántico y generación — sin atajos ni dependencias en componentes externos como reconocimiento de voz o visión por computadora.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un compilador típico de </a:t>
            </a:r>
            <a:r>
              <a:rPr lang="en-US" sz="1300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aquí el lenguaje compilado tiene un dominio personal y un propósito de inclusión: convertir la comunicación particular de una persona en lenguaje comprensible para terceros.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0" y="1554480"/>
            <a:ext cx="4023360" cy="13716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790956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0574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3252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Académico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732520" y="2148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todas las fases canónicas de un compilador.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3063240"/>
            <a:ext cx="4023360" cy="13716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2" name="Shape 9"/>
          <p:cNvSpPr/>
          <p:nvPr/>
        </p:nvSpPr>
        <p:spPr>
          <a:xfrm>
            <a:off x="7909560" y="3429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566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3252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732520" y="3657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la comunicación de personas con discapacidad.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680960" y="4572000"/>
            <a:ext cx="4023360" cy="13716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7909560" y="4937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50749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3252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Técnico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732520" y="5166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autómatas, gramáticas y semántica contextual.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 ·  Proyecto Final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el compilador propuesto?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traductor de un lenguaje personal a español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o cuidador observa los sonidos y gestos de la persona, los introduce mediante una interfaz simple, y el compilador genera la frase correspondiente en español hablado o escrito.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594610" cy="27432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185" y="324612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16052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Observación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4709160"/>
            <a:ext cx="2228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cuidador observa los sonidos y gestos producidos.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71850" y="2880360"/>
            <a:ext cx="2594610" cy="27432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395" y="324612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1850" y="416052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54730" y="4709160"/>
            <a:ext cx="2228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los tokens correspondientes en la interfaz.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5060" y="2880360"/>
            <a:ext cx="2594610" cy="274320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6605" y="324612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5060" y="416052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Compilación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377940" y="4709160"/>
            <a:ext cx="2228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compilador procesa, valida e interpreta la secuencia.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18270" y="2880360"/>
            <a:ext cx="2594610" cy="2743200"/>
          </a:xfrm>
          <a:prstGeom prst="rect">
            <a:avLst/>
          </a:prstGeom>
          <a:solidFill>
            <a:srgbClr val="F2A541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9815" y="3246120"/>
            <a:ext cx="731520" cy="7315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18270" y="4160520"/>
            <a:ext cx="259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Traducción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9201150" y="4709160"/>
            <a:ext cx="22288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una frase comprensible en texto y voz.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 rot="5400000">
            <a:off x="3179826" y="4160520"/>
            <a:ext cx="164592" cy="182880"/>
          </a:xfrm>
          <a:prstGeom prst="rtTriangle">
            <a:avLst/>
          </a:prstGeom>
          <a:solidFill>
            <a:srgbClr val="F2A541"/>
          </a:solidFill>
          <a:ln/>
        </p:spPr>
      </p:sp>
      <p:sp>
        <p:nvSpPr>
          <p:cNvPr id="23" name="Shape 17"/>
          <p:cNvSpPr/>
          <p:nvPr/>
        </p:nvSpPr>
        <p:spPr>
          <a:xfrm rot="5400000">
            <a:off x="6003036" y="4160520"/>
            <a:ext cx="164592" cy="182880"/>
          </a:xfrm>
          <a:prstGeom prst="rtTriangle">
            <a:avLst/>
          </a:prstGeom>
          <a:solidFill>
            <a:srgbClr val="F2A541"/>
          </a:solidFill>
          <a:ln/>
        </p:spPr>
      </p:sp>
      <p:sp>
        <p:nvSpPr>
          <p:cNvPr id="24" name="Shape 18"/>
          <p:cNvSpPr/>
          <p:nvPr/>
        </p:nvSpPr>
        <p:spPr>
          <a:xfrm rot="5400000">
            <a:off x="8826246" y="4160520"/>
            <a:ext cx="164592" cy="182880"/>
          </a:xfrm>
          <a:prstGeom prst="rtTriangle">
            <a:avLst/>
          </a:prstGeom>
          <a:solidFill>
            <a:srgbClr val="F2A541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importante: el compilador NO reconoce sonidos automáticamente. La persona que entiende a quien se comunica los traduce a tokens; el compilador formaliza, valida e interpreta.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 ·  Proyecto Final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general y específicos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91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8800" y="199339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compilador para un lenguaje formal personalizado, capaz de interpretar combinaciones de tokens que representan sonidos y gestos, y traducirlas a frases comprensibles en español, aplicando las fases de análisis léxico, sintáctico y semántico.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5440680" cy="1325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3383280"/>
            <a:ext cx="73152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520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08760" y="35204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Definir el alfabeto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508760" y="39319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Catalogar los tokens que representan sonidos, gestos y expresiones de la persona usuaria.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53912" y="3383280"/>
            <a:ext cx="5440680" cy="1325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5" name="Shape 12"/>
          <p:cNvSpPr/>
          <p:nvPr/>
        </p:nvSpPr>
        <p:spPr>
          <a:xfrm>
            <a:off x="6153912" y="3383280"/>
            <a:ext cx="73152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6382512" y="3520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114032" y="35204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Formalizar la gramática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14032" y="39319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en BNF las combinaciones válidas: peticiones, emociones, respuestas y acciones.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873752"/>
            <a:ext cx="5440680" cy="1325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4873752"/>
            <a:ext cx="73152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010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508760" y="50109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Implementar las fases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2239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los analizadores léxico, sintáctico y semántico con manejo robusto de errores.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53912" y="4873752"/>
            <a:ext cx="5440680" cy="132588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5" name="Shape 22"/>
          <p:cNvSpPr/>
          <p:nvPr/>
        </p:nvSpPr>
        <p:spPr>
          <a:xfrm>
            <a:off x="6153912" y="4873752"/>
            <a:ext cx="73152" cy="13258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3"/>
          <p:cNvSpPr/>
          <p:nvPr/>
        </p:nvSpPr>
        <p:spPr>
          <a:xfrm>
            <a:off x="6382512" y="5010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114032" y="50109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 la interfaz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114032" y="542239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funcional para captura de tokens y salida en texto y voz sintetizada.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 ·  Proyecto Final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TOKENS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alfabeto del lenguaje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alfabeto está formado por tokens organizados en categorías. Cada token corresponde a un sonido, gesto o expresión observable en la persona usuaria.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20574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Sonidos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tokens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sonido_corto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sonido_largo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sonido_repetido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sonido_agudo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sonido_grave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2148840"/>
            <a:ext cx="5486400" cy="20574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236208" y="2148840"/>
            <a:ext cx="54864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Gestos de mano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4808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tokens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27432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señalar_vaso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señalar_puerta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señalar_comida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señalar_tv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señalar_baño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07408"/>
            <a:ext cx="5486400" cy="20574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407408"/>
            <a:ext cx="5486400" cy="457200"/>
          </a:xfrm>
          <a:prstGeom prst="rect">
            <a:avLst/>
          </a:prstGeom>
          <a:solidFill>
            <a:srgbClr val="C7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Expresiones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tokens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00176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sonrisa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ceño_fruncido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ojos_cerrados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asentir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negar_cabeza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6208" y="4407408"/>
            <a:ext cx="5486400" cy="20574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6208" y="4407408"/>
            <a:ext cx="5486400" cy="4572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Modificadores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64808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E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tokens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10528" y="500176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manos_arriba   →  intensidad alta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manos_abajo   →  intensidad baja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repeticion    →  urgencia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pausa_larga   →  fin de mensaje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 ·  Proyecto Final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SEMÁNTICA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Significado según contexto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combinación de tokens puede tener significados distintos según el contexto.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59436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   sonido_corto  +  señalar_puerta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657600" cy="274320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834640"/>
            <a:ext cx="3657600" cy="5029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Mañana  ·  8:00 AM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3794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“Quiero salir a pasear”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77240" y="4800600"/>
            <a:ext cx="3200400" cy="18288"/>
          </a:xfrm>
          <a:prstGeom prst="rect">
            <a:avLst/>
          </a:prstGeom>
          <a:solidFill>
            <a:srgbClr val="D9E1EA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892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día determina la actividad esperada.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2834640"/>
            <a:ext cx="3657600" cy="274320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43400" y="2834640"/>
            <a:ext cx="3657600" cy="5029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95351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3776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  ·  11:00 PM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0" y="3794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“Quiero ir a dormir”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4572000" y="4800600"/>
            <a:ext cx="3200400" cy="18288"/>
          </a:xfrm>
          <a:prstGeom prst="rect">
            <a:avLst/>
          </a:prstGeom>
          <a:solidFill>
            <a:srgbClr val="D9E1EA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0" y="4892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del horario de sueño habitual.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138160" y="2834640"/>
            <a:ext cx="3657600" cy="274320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38160" y="2834640"/>
            <a:ext cx="3657600" cy="502920"/>
          </a:xfrm>
          <a:prstGeom prst="rect">
            <a:avLst/>
          </a:prstGeom>
          <a:solidFill>
            <a:srgbClr val="C76B4A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5351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3252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tocó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3667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7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366760" y="3794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“Hay alguien en la puerta”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8366760" y="4800600"/>
            <a:ext cx="3200400" cy="18288"/>
          </a:xfrm>
          <a:prstGeom prst="rect">
            <a:avLst/>
          </a:prstGeom>
          <a:solidFill>
            <a:srgbClr val="D9E1EA"/>
          </a:solidFill>
          <a:ln/>
        </p:spPr>
      </p:sp>
      <p:sp>
        <p:nvSpPr>
          <p:cNvPr id="30" name="Text 25"/>
          <p:cNvSpPr/>
          <p:nvPr/>
        </p:nvSpPr>
        <p:spPr>
          <a:xfrm>
            <a:off x="8366760" y="4892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externo cambia la interpretación.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símbolos almacena hora, secuencia previa y eventos externos para resolver ambigüedades.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 ·  Proyecto Final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EJEMPLO INTEGRADO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observación a la voz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94560" cy="429768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194560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produce un sonido prolongado y señala el vaso, levantando las manos.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52928" y="1600200"/>
            <a:ext cx="2194560" cy="429768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52928" y="1600200"/>
            <a:ext cx="2194560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035808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035808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35808" y="265176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cuidador toca tres botones: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sonido_largo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señalar_vaso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manos_arriba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57216" y="1600200"/>
            <a:ext cx="2194560" cy="429768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57216" y="1600200"/>
            <a:ext cx="219456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340096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40096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0096" y="265176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Léxico valida los tokens, sintáctico construye el árbol &lt;peticion&gt;, semántico interpreta urgencia (manos_arriba).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61504" y="1600200"/>
            <a:ext cx="2194560" cy="429768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61504" y="1600200"/>
            <a:ext cx="219456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644384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644384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44384" y="265176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 la frase final ajustada al contexto y nivel de urgencia detectado.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65792" y="1600200"/>
            <a:ext cx="2194560" cy="429768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0A1A2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65792" y="1600200"/>
            <a:ext cx="2194560" cy="457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9948672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948672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48672" y="2651760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“¡Tengo mucha sed, dame agua!”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reproducción de voz al instante.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 ·  Proyecto Final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ALCANCES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Alcances y limitaciones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06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91440" cy="420624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Alcances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Alfabeto inicial de 20 a 30 tokens organizados por categorías.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BNF que admite peticiones, emociones, respuestas y acciones.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símbolos contextual (hora, secuencia, eventos).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captura rápida y salida en texto y voz.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edición de vocabulario sin tocar código.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86400" cy="420624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600200"/>
            <a:ext cx="91440" cy="4206240"/>
          </a:xfrm>
          <a:prstGeom prst="rect">
            <a:avLst/>
          </a:prstGeom>
          <a:solidFill>
            <a:srgbClr val="F2A54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745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874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Limitaciones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675120" y="256032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cuidador es el responsable de identificar e introducir los tokens.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reconoce sonidos ni gestos automáticamente.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inicial debe construirse junto con la familia.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interpretaciones contextuales son aproximadas, no infalibles.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trata de un prototipo académico, no de producción.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0642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y Autómatas  ·  Proyecto Final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1093</Words>
  <Application>Microsoft Macintosh PowerPoint</Application>
  <PresentationFormat>Widescreen</PresentationFormat>
  <Paragraphs>165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Compilador para lenguaje de comunicación personal</dc:title>
  <dc:subject>PptxGenJS Presentation</dc:subject>
  <dc:creator>Nicolás</dc:creator>
  <cp:lastModifiedBy>Nicolas Cisneros</cp:lastModifiedBy>
  <cp:revision>2</cp:revision>
  <dcterms:created xsi:type="dcterms:W3CDTF">2026-04-27T19:48:28Z</dcterms:created>
  <dcterms:modified xsi:type="dcterms:W3CDTF">2026-04-27T20:10:23Z</dcterms:modified>
</cp:coreProperties>
</file>